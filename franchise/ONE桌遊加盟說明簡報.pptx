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F5FF"/>
                </a:solidFill>
              </a:defRPr>
            </a:pPr>
            <a:r>
              <a:t>ONE桌遊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389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加盟說明簡報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486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00F5FF"/>
                </a:solidFill>
              </a:defRPr>
            </a:pPr>
            <a:r>
              <a:t>全台最大自助桌遊連鎖品牌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858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遊戲家資訊科技有限公司 出品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FF"/>
                </a:solidFill>
              </a:defRPr>
            </a:pPr>
            <a:r>
              <a:t>品牌介紹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5FF"/>
                </a:solidFill>
              </a:defRPr>
            </a:pPr>
            <a:r>
              <a:t>全台最大自助桌遊連鎖品牌</a:t>
            </a:r>
          </a:p>
          <a:p>
            <a:pPr algn="ctr">
              <a:spcBef>
                <a:spcPts val="2000"/>
              </a:spcBef>
              <a:defRPr sz="2400">
                <a:solidFill>
                  <a:srgbClr val="DCDCDC"/>
                </a:solidFill>
              </a:defRPr>
            </a:pPr>
            <a:r>
              <a:t>ONE桌遊成立於 2023 年，短短 3 年內快速展店至 105 家，運用 AI 智慧運營技術，打造 24 小時無人化自助空間。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F5FF"/>
                </a:solidFill>
              </a:defRPr>
            </a:pPr>
            <a:r>
              <a:t>105+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門市數量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5720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F5FF"/>
                </a:solidFill>
              </a:defRPr>
            </a:pPr>
            <a:r>
              <a:t>10萬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5486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會員數量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5720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F5FF"/>
                </a:solidFill>
              </a:defRPr>
            </a:pPr>
            <a:r>
              <a:t>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486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無人化營運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FF"/>
                </a:solidFill>
              </a:defRPr>
            </a:pPr>
            <a:r>
              <a:t>市場優勢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5FF"/>
                </a:solidFill>
              </a:defRPr>
            </a:pPr>
            <a:r>
              <a:t>🎯 獨特定位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✅ 全台首創 24 小時自助麻將館</a:t>
            </a:r>
          </a:p>
          <a:p>
            <a:pPr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✅ 手機 APP 預約 + AI 智慧門禁</a:t>
            </a:r>
          </a:p>
          <a:p>
            <a:pPr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✅ 無需櫃檯人員，降低人力成本</a:t>
            </a:r>
          </a:p>
          <a:p>
            <a:pPr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✅ 重新定義現代桌遊休閒體驗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5FF"/>
                </a:solidFill>
              </a:defRPr>
            </a:pPr>
            <a:r>
              <a:t>📈 市場需求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✅ 麻將文化深植台灣社會</a:t>
            </a:r>
          </a:p>
          <a:p>
            <a:pPr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✅ 年輕族群接受度高</a:t>
            </a:r>
          </a:p>
          <a:p>
            <a:pPr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✅ 自助服務符合現代消費習慣</a:t>
            </a:r>
          </a:p>
          <a:p>
            <a:pPr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✅ 疫後聚會需求強勁復甦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FF"/>
                </a:solidFill>
              </a:defRPr>
            </a:pPr>
            <a:r>
              <a:t>加盟六大優勢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🎯 AI 智能選址服務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數據分析最佳地點，降低選址風險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🏗️ 裝潢設計規劃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30-45 天快速開店，標準化流程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📱 智能營運管理系統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手機遠端監控，隨時掌握店況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747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📚 完整教育訓練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SOP 標準化流程，快速上手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🔧 持續技術支援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24/7 線上客服，即時解決問題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1206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📢 品牌行銷資源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577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共享 10 萬會員流量，快速導客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FF"/>
                </a:solidFill>
              </a:defRPr>
            </a:pPr>
            <a:r>
              <a:t>投資回報分析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F5FF"/>
                </a:solidFill>
              </a:defRPr>
            </a:pPr>
            <a:r>
              <a:t>12-18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個月回本期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F5FF"/>
                </a:solidFill>
              </a:defRPr>
            </a:pPr>
            <a:r>
              <a:t>15-50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萬/月營收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5FF"/>
                </a:solidFill>
              </a:defRPr>
            </a:pPr>
            <a:r>
              <a:t>💵 初期投資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DCDCDC"/>
                </a:solidFill>
              </a:defRPr>
            </a:pPr>
            <a:r>
              <a:t>✅ 加盟金：視區域而定</a:t>
            </a:r>
          </a:p>
          <a:p>
            <a:pPr>
              <a:spcBef>
                <a:spcPts val="800"/>
              </a:spcBef>
              <a:defRPr sz="1800">
                <a:solidFill>
                  <a:srgbClr val="DCDCDC"/>
                </a:solidFill>
              </a:defRPr>
            </a:pPr>
            <a:r>
              <a:t>✅ 裝潢費用：80-150 萬</a:t>
            </a:r>
          </a:p>
          <a:p>
            <a:pPr>
              <a:spcBef>
                <a:spcPts val="800"/>
              </a:spcBef>
              <a:defRPr sz="1800">
                <a:solidFill>
                  <a:srgbClr val="DCDCDC"/>
                </a:solidFill>
              </a:defRPr>
            </a:pPr>
            <a:r>
              <a:t>✅ 設備費用：50-80 萬</a:t>
            </a:r>
          </a:p>
          <a:p>
            <a:pPr>
              <a:spcBef>
                <a:spcPts val="800"/>
              </a:spcBef>
              <a:defRPr sz="1800">
                <a:solidFill>
                  <a:srgbClr val="DCDCDC"/>
                </a:solidFill>
              </a:defRPr>
            </a:pPr>
            <a:r>
              <a:t>✅ 押金雜支：20-30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5FF"/>
                </a:solidFill>
              </a:defRPr>
            </a:pPr>
            <a:r>
              <a:t>📊 每月支出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548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DCDCDC"/>
                </a:solidFill>
              </a:defRPr>
            </a:pPr>
            <a:r>
              <a:t>✅ 租金：3-8 萬</a:t>
            </a:r>
          </a:p>
          <a:p>
            <a:pPr>
              <a:spcBef>
                <a:spcPts val="800"/>
              </a:spcBef>
              <a:defRPr sz="1800">
                <a:solidFill>
                  <a:srgbClr val="DCDCDC"/>
                </a:solidFill>
              </a:defRPr>
            </a:pPr>
            <a:r>
              <a:t>✅ 水電費：1-2 萬</a:t>
            </a:r>
          </a:p>
          <a:p>
            <a:pPr>
              <a:spcBef>
                <a:spcPts val="800"/>
              </a:spcBef>
              <a:defRPr sz="1800">
                <a:solidFill>
                  <a:srgbClr val="DCDCDC"/>
                </a:solidFill>
              </a:defRPr>
            </a:pPr>
            <a:r>
              <a:t>✅ 系統費用：8,000-12,000</a:t>
            </a:r>
          </a:p>
          <a:p>
            <a:pPr>
              <a:spcBef>
                <a:spcPts val="800"/>
              </a:spcBef>
              <a:defRPr sz="1800">
                <a:solidFill>
                  <a:srgbClr val="DCDCDC"/>
                </a:solidFill>
              </a:defRPr>
            </a:pPr>
            <a:r>
              <a:t>✅ 雜支：5,000-10,000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FF"/>
                </a:solidFill>
              </a:defRPr>
            </a:pPr>
            <a:r>
              <a:t>成功案例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F5FF"/>
                </a:solidFill>
              </a:defRPr>
            </a:pPr>
            <a:r>
              <a:t>3 年內快速展店至 105 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5FF"/>
                </a:solidFill>
              </a:defRPr>
            </a:pPr>
            <a:r>
              <a:t>2023/7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931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第一家店開幕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2004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5FF"/>
                </a:solidFill>
              </a:defRPr>
            </a:pPr>
            <a:r>
              <a:t>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931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擴展至 50 家店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2004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5FF"/>
                </a:solidFill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39319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突破 100 家店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486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5FF"/>
                </a:solidFill>
              </a:defRPr>
            </a:pPr>
            <a:r>
              <a:t>🎉 2025/11 正式導入 AI 技術</a:t>
            </a:r>
          </a:p>
          <a:p>
            <a:pPr algn="ctr">
              <a:spcBef>
                <a:spcPts val="1000"/>
              </a:spcBef>
              <a:defRPr sz="2200">
                <a:solidFill>
                  <a:srgbClr val="DCDCDC"/>
                </a:solidFill>
              </a:defRPr>
            </a:pPr>
            <a:r>
              <a:t>全面升級智能化管理，加盟主營運更輕鬆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FF"/>
                </a:solidFill>
              </a:defRPr>
            </a:pPr>
            <a:r>
              <a:t>加盟流程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1️⃣ 諮詢評估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填寫加盟意願書，初步評估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2️⃣ 簽約準備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確認合約內容，繳交訂金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3️⃣ 選址裝潢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AI 選址 + 30-45 天裝潢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4747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4️⃣ 教育訓練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31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完整 SOP 培訓，系統操作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5️⃣ 開幕籌備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設備安裝、系統測試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1206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FF"/>
                </a:solidFill>
              </a:defRPr>
            </a:pPr>
            <a:r>
              <a:t>6️⃣ 正式營運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577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開幕活動 + 持續技術支援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FF"/>
                </a:solidFill>
              </a:defRPr>
            </a:pPr>
            <a:r>
              <a:t>為什麼選擇 ONE桌遊？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5FF"/>
                </a:solidFill>
              </a:defRPr>
            </a:pPr>
            <a:r>
              <a:t>✅ 品牌優勢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全台最大連鎖品牌</a:t>
            </a:r>
          </a:p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105 家店成功驗證</a:t>
            </a:r>
          </a:p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10 萬會員基礎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5FF"/>
                </a:solidFill>
              </a:defRPr>
            </a:pPr>
            <a:r>
              <a:t>✅ 技術優勢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56032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AI 智慧運營系統</a:t>
            </a:r>
          </a:p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24/7 無人化管理</a:t>
            </a:r>
          </a:p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遠端監控降低成本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5FF"/>
                </a:solidFill>
              </a:defRPr>
            </a:pPr>
            <a:r>
              <a:t>✅ 獲利優勢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12-18 個月回本</a:t>
            </a:r>
          </a:p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月營收 15-50 萬</a:t>
            </a:r>
          </a:p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低人力成本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548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5FF"/>
                </a:solidFill>
              </a:defRPr>
            </a:pPr>
            <a:r>
              <a:t>✅ 支援優勢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30352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完整教育訓練</a:t>
            </a:r>
          </a:p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24/7 技術支援</a:t>
            </a:r>
          </a:p>
          <a:p>
            <a:pPr>
              <a:spcBef>
                <a:spcPts val="600"/>
              </a:spcBef>
              <a:defRPr sz="1800">
                <a:solidFill>
                  <a:srgbClr val="DCDCDC"/>
                </a:solidFill>
              </a:defRPr>
            </a:pPr>
            <a:r>
              <a:t>• 持續系統升級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F5FF"/>
                </a:solidFill>
              </a:defRPr>
            </a:pPr>
            <a:r>
              <a:t>立即加入 ONE桌遊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F5FF"/>
                </a:solidFill>
              </a:defRPr>
            </a:pPr>
            <a:r>
              <a:t>開啟您的創業之路</a:t>
            </a:r>
          </a:p>
          <a:p>
            <a:pPr algn="ctr">
              <a:spcBef>
                <a:spcPts val="1500"/>
              </a:spcBef>
              <a:defRPr sz="2800">
                <a:solidFill>
                  <a:srgbClr val="DCDCDC"/>
                </a:solidFill>
              </a:defRPr>
            </a:pPr>
            <a:r>
              <a:t>全台最大自助桌遊連鎖品牌 與您一起打造成功事業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029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5FF"/>
                </a:solidFill>
              </a:defRPr>
            </a:pPr>
            <a:r>
              <a:t>聯絡資訊</a:t>
            </a:r>
          </a:p>
          <a:p>
            <a:pPr algn="ctr">
              <a:defRPr sz="1000"/>
            </a:pPr>
          </a:p>
          <a:p>
            <a:pPr algn="ctr">
              <a:spcBef>
                <a:spcPts val="1000"/>
              </a:spcBef>
              <a:defRPr sz="2200">
                <a:solidFill>
                  <a:srgbClr val="DCDCDC"/>
                </a:solidFill>
              </a:defRPr>
            </a:pPr>
            <a:r>
              <a:t>📞 電話：待提供</a:t>
            </a:r>
          </a:p>
          <a:p>
            <a:pPr algn="ctr">
              <a:spcBef>
                <a:spcPts val="1000"/>
              </a:spcBef>
              <a:defRPr sz="2200">
                <a:solidFill>
                  <a:srgbClr val="DCDCDC"/>
                </a:solidFill>
              </a:defRPr>
            </a:pPr>
            <a:r>
              <a:t>📧 Email：待提供</a:t>
            </a:r>
          </a:p>
          <a:p>
            <a:pPr algn="ctr">
              <a:spcBef>
                <a:spcPts val="1000"/>
              </a:spcBef>
              <a:defRPr sz="2200">
                <a:solidFill>
                  <a:srgbClr val="DCDCDC"/>
                </a:solidFill>
              </a:defRPr>
            </a:pPr>
            <a:r>
              <a:t>🌐 官網：https://ken0900101318-beep.github.io/touchmo-website/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