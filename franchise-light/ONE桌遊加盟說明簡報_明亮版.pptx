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6B35"/>
                </a:solidFill>
              </a:defRPr>
            </a:pPr>
            <a:r>
              <a:t>ONE桌遊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333333"/>
                </a:solidFill>
              </a:defRPr>
            </a:pPr>
            <a:r>
              <a:t>加盟說明簡報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7931E"/>
                </a:solidFill>
              </a:defRPr>
            </a:pPr>
            <a:r>
              <a:t>💰 高報酬投資機會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486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555555"/>
                </a:solidFill>
              </a:defRPr>
            </a:pPr>
            <a:r>
              <a:t>12-18 個月回本 · 月營收 15-50 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B35"/>
                </a:solidFill>
              </a:defRPr>
            </a:pPr>
            <a:r>
              <a:t>麻將市場供需分析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6B35"/>
                </a:solidFill>
              </a:defRPr>
            </a:pPr>
            <a:r>
              <a:t>🀄 台灣麻將文化深厚，市場需求龐大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📈 市場需求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台灣 2,300 萬人口，超過 500 萬人會打麻將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麻將文化深植三代人（50-80 歲主力）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年輕族群接受度逐年提升（16-40 歲）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朋友聚會、家庭聚餐的首選娛樂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疫後聚會需求強勁復甦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6B35"/>
                </a:solidFill>
              </a:defRPr>
            </a:pPr>
            <a:r>
              <a:t>📉 市場供給不足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9260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傳統麻將館老舊、環境差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需要 4 人湊局，門檻高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營業時間受限（多數僅白天營業）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年輕人不敢進入傳統麻將館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市場缺口極大，等待創新品牌填補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68580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7931E"/>
                </a:solidFill>
              </a:defRPr>
            </a:pPr>
            <a:r>
              <a:t>💡 商機：龐大需求 × 供給不足 = 高獲利空間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B35"/>
                </a:solidFill>
              </a:defRPr>
            </a:pPr>
            <a:r>
              <a:t>法規合法說明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ECC71"/>
                </a:solidFill>
              </a:defRPr>
            </a:pPr>
            <a:r>
              <a:t>✅ 完全合法經營，符合政府法規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📋 營業登記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營業項目：桌遊館、麻將館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合法商業登記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依法繳稅、開立發票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符合消防、建管法規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🚫 禁止賭博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8346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僅提供場地租賃服務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不涉及金錢賭博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館內明確張貼「禁止賭博」告示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AI 監控系統預防違法行為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🏢 使用執照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商業區、住宅區皆可（依縣市而定）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需符合使用分區規定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遠離國中小學 200 公尺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我們協助選址，確保合法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🛡️ 法律顧問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12064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專業律師團隊協助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協助處理法規問題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定期法規更新通知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✅ 加盟主無後顧之憂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7132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ECC71"/>
                </a:solidFill>
              </a:defRPr>
            </a:pPr>
            <a:r>
              <a:t>✅ 我們的 105 家店全部合法經營，政府輔導、銀行認可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B35"/>
                </a:solidFill>
              </a:defRPr>
            </a:pPr>
            <a:r>
              <a:t>高報酬投資回報分析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0" b="1">
                <a:solidFill>
                  <a:srgbClr val="F7931E"/>
                </a:solidFill>
              </a:defRPr>
            </a:pPr>
            <a:r>
              <a:t>12-18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個月回本期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0" b="1">
                <a:solidFill>
                  <a:srgbClr val="F7931E"/>
                </a:solidFill>
              </a:defRPr>
            </a:pPr>
            <a:r>
              <a:t>15-50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743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33333"/>
                </a:solidFill>
              </a:defRPr>
            </a:pPr>
            <a:r>
              <a:t>萬/月營收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💵 初期投資（150-280 萬）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加盟金：30-50 萬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裝潢費用：80-150 萬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設備費用：50-80 萬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押金雜支：20-30 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840480"/>
            <a:ext cx="5943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35"/>
                </a:solidFill>
              </a:defRPr>
            </a:pPr>
            <a:r>
              <a:t>📊 每月支出（5-12 萬）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租金：3-8 萬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水電費：1-2 萬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系統費用：8,000-12,000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✅ 雜支維護：5,000-10,000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8580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7931E"/>
                </a:solidFill>
              </a:defRPr>
            </a:pPr>
            <a:r>
              <a:t>💰 獲利試算：月營收 25 萬 - 月支出 8 萬 = 月淨利 17 萬</a:t>
            </a:r>
          </a:p>
          <a:p>
            <a:pPr algn="ctr">
              <a:defRPr sz="2400" b="1">
                <a:solidFill>
                  <a:srgbClr val="2ECC71"/>
                </a:solidFill>
              </a:defRPr>
            </a:pPr>
            <a:r>
              <a:t>投資 200 萬 ÷ 月淨利 17 萬 = 12 個月回本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